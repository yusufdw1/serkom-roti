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Roti Saku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Aplikasi Pemesanan Roti Online Flutter untuk Asesi Junior Mobile Programmer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Perkenalan Diri</a:t>
            </a:r>
          </a:p>
          <a:p>
            <a:pPr>
              <a:spcAft>
                <a:spcPts val="1000"/>
              </a:spcAft>
              <a:defRPr sz="2200"/>
            </a:pPr>
            <a:r>
              <a:t>Nama : NAMA_LENGKAP</a:t>
            </a:r>
          </a:p>
          <a:p>
            <a:pPr>
              <a:spcAft>
                <a:spcPts val="1000"/>
              </a:spcAft>
              <a:defRPr sz="2200"/>
            </a:pPr>
            <a:r>
              <a:t>Program Studi : PROGRAM_STUDI</a:t>
            </a:r>
          </a:p>
          <a:p>
            <a:pPr>
              <a:spcAft>
                <a:spcPts val="1000"/>
              </a:spcAft>
              <a:defRPr sz="2200"/>
            </a:pPr>
            <a:r>
              <a:t>Instansi : SEKOLAH/KAMPUS</a:t>
            </a:r>
          </a:p>
          <a:p>
            <a:pPr>
              <a:spcAft>
                <a:spcPts val="1000"/>
              </a:spcAft>
              <a:defRPr sz="2200"/>
            </a:pPr>
            <a:r>
              <a:t>Role : Developer — Asesi Junior Mobile Programmer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Tujuan &amp; Fungsi Aplikasi</a:t>
            </a:r>
          </a:p>
          <a:p>
            <a:pPr>
              <a:spcAft>
                <a:spcPts val="800"/>
              </a:spcAft>
              <a:defRPr sz="2000"/>
            </a:pPr>
            <a:r>
              <a:t>1. Menampilkan katalog roti/kue beserta harga.</a:t>
            </a:r>
          </a:p>
          <a:p>
            <a:pPr>
              <a:spcAft>
                <a:spcPts val="800"/>
              </a:spcAft>
              <a:defRPr sz="2000"/>
            </a:pPr>
            <a:r>
              <a:t>2. Memungkinkan pembelian langsung melalui keranjang belanja.</a:t>
            </a:r>
          </a:p>
          <a:p>
            <a:pPr>
              <a:spcAft>
                <a:spcPts val="800"/>
              </a:spcAft>
              <a:defRPr sz="2000"/>
            </a:pPr>
            <a:r>
              <a:t>3. Mencatat data pelanggan beserta koordinat rumah via GPS.</a:t>
            </a:r>
          </a:p>
          <a:p>
            <a:pPr>
              <a:spcAft>
                <a:spcPts val="800"/>
              </a:spcAft>
              <a:defRPr sz="2000"/>
            </a:pPr>
            <a:r>
              <a:t>4. Menyimpan data pesanan di server (Firebase Firestore).</a:t>
            </a:r>
          </a:p>
          <a:p>
            <a:pPr>
              <a:spcAft>
                <a:spcPts val="800"/>
              </a:spcAft>
              <a:defRPr sz="2000"/>
            </a:pPr>
            <a:r>
              <a:t>5. Memudahkan admin melihat dan mengelola data pemesan.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Tools &amp; Teknologi</a:t>
            </a:r>
          </a:p>
          <a:p>
            <a:pPr>
              <a:spcAft>
                <a:spcPts val="800"/>
              </a:spcAft>
              <a:defRPr sz="2000"/>
            </a:pPr>
            <a:r>
              <a:t>Framework : Flutter 3.x (cross-platform mobile)</a:t>
            </a:r>
          </a:p>
          <a:p>
            <a:pPr>
              <a:spcAft>
                <a:spcPts val="800"/>
              </a:spcAft>
              <a:defRPr sz="2000"/>
            </a:pPr>
            <a:r>
              <a:t>Bahasa : Dart</a:t>
            </a:r>
          </a:p>
          <a:p>
            <a:pPr>
              <a:spcAft>
                <a:spcPts val="800"/>
              </a:spcAft>
              <a:defRPr sz="2000"/>
            </a:pPr>
            <a:r>
              <a:t>State Management : GetX 4.x</a:t>
            </a:r>
          </a:p>
          <a:p>
            <a:pPr>
              <a:spcAft>
                <a:spcPts val="800"/>
              </a:spcAft>
              <a:defRPr sz="2000"/>
            </a:pPr>
            <a:r>
              <a:t>Local Database : SQLite (sqflite)</a:t>
            </a:r>
          </a:p>
          <a:p>
            <a:pPr>
              <a:spcAft>
                <a:spcPts val="800"/>
              </a:spcAft>
              <a:defRPr sz="2000"/>
            </a:pPr>
            <a:r>
              <a:t>Remote Database : Firebase Firestore</a:t>
            </a:r>
          </a:p>
          <a:p>
            <a:pPr>
              <a:spcAft>
                <a:spcPts val="800"/>
              </a:spcAft>
              <a:defRPr sz="2000"/>
            </a:pPr>
            <a:r>
              <a:t>Autentikasi : Firebase Auth</a:t>
            </a:r>
          </a:p>
          <a:p>
            <a:pPr>
              <a:spcAft>
                <a:spcPts val="800"/>
              </a:spcAft>
              <a:defRPr sz="2000"/>
            </a:pPr>
            <a:r>
              <a:t>Location Services : Geolocator</a:t>
            </a:r>
          </a:p>
          <a:p>
            <a:pPr>
              <a:spcAft>
                <a:spcPts val="800"/>
              </a:spcAft>
              <a:defRPr sz="2000"/>
            </a:pPr>
            <a:r>
              <a:t>UI : Material Design 3 + Poppins Fonts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Database &amp; Penyimpanan</a:t>
            </a:r>
          </a:p>
          <a:p>
            <a:pPr>
              <a:spcAft>
                <a:spcPts val="800"/>
              </a:spcAft>
              <a:defRPr sz="2000"/>
            </a:pPr>
            <a:r>
              <a:t>A. SQLite — menyimpan data cart secara offline.</a:t>
            </a:r>
          </a:p>
          <a:p>
            <a:pPr>
              <a:spcAft>
                <a:spcPts val="800"/>
              </a:spcAft>
              <a:defRPr sz="2000"/>
            </a:pPr>
            <a:r>
              <a:t>   Tabel: cart_items (productId, name, price, quantity, imageUrl, createdAt)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B. Firebase Firestore — menyimpan pesanan secara permanen.</a:t>
            </a:r>
          </a:p>
          <a:p>
            <a:pPr>
              <a:spcAft>
                <a:spcPts val="800"/>
              </a:spcAft>
              <a:defRPr sz="2000"/>
            </a:pPr>
            <a:r>
              <a:t>   Collection: /orders (customerName, items, total, lat, long, status)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C. Proses: Checkout -&gt; GPS -&gt; Firestore -&gt; Clear Cart -&gt; Success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Struktur Project</a:t>
            </a:r>
          </a:p>
          <a:p>
            <a:pPr>
              <a:spcAft>
                <a:spcPts val="800"/>
              </a:spcAft>
              <a:defRPr sz="2000"/>
            </a:pPr>
            <a:r>
              <a:t>lib/</a:t>
            </a:r>
          </a:p>
          <a:p>
            <a:pPr>
              <a:spcAft>
                <a:spcPts val="800"/>
              </a:spcAft>
              <a:defRPr sz="2000"/>
            </a:pPr>
            <a:r>
              <a:t>├── main.dart</a:t>
            </a:r>
          </a:p>
          <a:p>
            <a:pPr>
              <a:spcAft>
                <a:spcPts val="800"/>
              </a:spcAft>
              <a:defRPr sz="2000"/>
            </a:pPr>
            <a:r>
              <a:t>├── features/</a:t>
            </a:r>
          </a:p>
          <a:p>
            <a:pPr>
              <a:spcAft>
                <a:spcPts val="800"/>
              </a:spcAft>
              <a:defRPr sz="2000"/>
            </a:pPr>
            <a:r>
              <a:t>│   ├── home/ (controllers, views)</a:t>
            </a:r>
          </a:p>
          <a:p>
            <a:pPr>
              <a:spcAft>
                <a:spcPts val="800"/>
              </a:spcAft>
              <a:defRPr sz="2000"/>
            </a:pPr>
            <a:r>
              <a:t>│   ├── cart/ (controllers, views)</a:t>
            </a:r>
          </a:p>
          <a:p>
            <a:pPr>
              <a:spcAft>
                <a:spcPts val="800"/>
              </a:spcAft>
              <a:defRPr sz="2000"/>
            </a:pPr>
            <a:r>
              <a:t>│   ├── order/ (controllers, models, views, widgets)</a:t>
            </a:r>
          </a:p>
          <a:p>
            <a:pPr>
              <a:spcAft>
                <a:spcPts val="800"/>
              </a:spcAft>
              <a:defRPr sz="2000"/>
            </a:pPr>
            <a:r>
              <a:t>│   └── auth/ (views)</a:t>
            </a:r>
          </a:p>
          <a:p>
            <a:pPr>
              <a:spcAft>
                <a:spcPts val="800"/>
              </a:spcAft>
              <a:defRPr sz="2000"/>
            </a:pPr>
            <a:r>
              <a:t>├── services/ (database, location, firebase, auth)</a:t>
            </a:r>
          </a:p>
          <a:p>
            <a:pPr>
              <a:spcAft>
                <a:spcPts val="800"/>
              </a:spcAft>
              <a:defRPr sz="2000"/>
            </a:pPr>
            <a:r>
              <a:t>├── theme/ (app_theme.dart)</a:t>
            </a:r>
          </a:p>
          <a:p>
            <a:pPr>
              <a:spcAft>
                <a:spcPts val="800"/>
              </a:spcAft>
              <a:defRPr sz="2000"/>
            </a:pPr>
            <a:r>
              <a:t>└── utils/ (formatters, validators)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Demonstrasi: Customer Flow</a:t>
            </a:r>
          </a:p>
          <a:p>
            <a:pPr>
              <a:spcAft>
                <a:spcPts val="800"/>
              </a:spcAft>
              <a:defRPr sz="2000"/>
            </a:pPr>
            <a:r>
              <a:t>1. Login/Register -&gt; Masuk ke Home</a:t>
            </a:r>
          </a:p>
          <a:p>
            <a:pPr>
              <a:spcAft>
                <a:spcPts val="800"/>
              </a:spcAft>
              <a:defRPr sz="2000"/>
            </a:pPr>
            <a:r>
              <a:t>2. Browse katalog roti + harga</a:t>
            </a:r>
          </a:p>
          <a:p>
            <a:pPr>
              <a:spcAft>
                <a:spcPts val="800"/>
              </a:spcAft>
              <a:defRPr sz="2000"/>
            </a:pPr>
            <a:r>
              <a:t>3. Tap produk -&gt; Detail -&gt; Add to Cart</a:t>
            </a:r>
          </a:p>
          <a:p>
            <a:pPr>
              <a:spcAft>
                <a:spcPts val="800"/>
              </a:spcAft>
              <a:defRPr sz="2000"/>
            </a:pPr>
            <a:r>
              <a:t>4. Cart -&gt; Update qty / Remove item</a:t>
            </a:r>
          </a:p>
          <a:p>
            <a:pPr>
              <a:spcAft>
                <a:spcPts val="800"/>
              </a:spcAft>
              <a:defRPr sz="2000"/>
            </a:pPr>
            <a:r>
              <a:t>5. Checkout -&gt; Isi nama -&gt; GPS permission</a:t>
            </a:r>
          </a:p>
          <a:p>
            <a:pPr>
              <a:spcAft>
                <a:spcPts val="800"/>
              </a:spcAft>
              <a:defRPr sz="2000"/>
            </a:pPr>
            <a:r>
              <a:t>6. Capture koordinat -&gt; Submit order</a:t>
            </a:r>
          </a:p>
          <a:p>
            <a:pPr>
              <a:spcAft>
                <a:spcPts val="800"/>
              </a:spcAft>
              <a:defRPr sz="2000"/>
            </a:pPr>
            <a:r>
              <a:t>7. Order Success -&gt; View History (realtime)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Demonstrasi: Admin Flow</a:t>
            </a:r>
          </a:p>
          <a:p>
            <a:pPr>
              <a:spcAft>
                <a:spcPts val="800"/>
              </a:spcAft>
              <a:defRPr sz="2000"/>
            </a:pPr>
            <a:r>
              <a:t>1. Login sebagai admin</a:t>
            </a:r>
          </a:p>
          <a:p>
            <a:pPr>
              <a:spcAft>
                <a:spcPts val="800"/>
              </a:spcAft>
              <a:defRPr sz="2000"/>
            </a:pPr>
            <a:r>
              <a:t>2. Admin Dashboard menampilkan semua pesanan</a:t>
            </a:r>
          </a:p>
          <a:p>
            <a:pPr>
              <a:spcAft>
                <a:spcPts val="800"/>
              </a:spcAft>
              <a:defRPr sz="2000"/>
            </a:pPr>
            <a:r>
              <a:t>3. Lihat detail: customer, item, total, GPS</a:t>
            </a:r>
          </a:p>
          <a:p>
            <a:pPr>
              <a:spcAft>
                <a:spcPts val="800"/>
              </a:spcAft>
              <a:defRPr sz="2000"/>
            </a:pPr>
            <a:r>
              <a:t>4. Update status: pending -&gt; processing -&gt; completed</a:t>
            </a:r>
          </a:p>
          <a:p>
            <a:pPr>
              <a:spcAft>
                <a:spcPts val="800"/>
              </a:spcAft>
              <a:defRPr sz="2000"/>
            </a:pPr>
            <a:r>
              <a:t>5. Customer melihat perubahan realtime di history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Fitur unik: Realtime sync via Firestore snapshot listener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Flowchart Aplikasi</a:t>
            </a:r>
          </a:p>
          <a:p>
            <a:pPr>
              <a:spcAft>
                <a:spcPts val="800"/>
              </a:spcAft>
              <a:defRPr sz="2000"/>
            </a:pPr>
            <a:r>
              <a:t>CUSTOMER:</a:t>
            </a:r>
          </a:p>
          <a:p>
            <a:pPr>
              <a:spcAft>
                <a:spcPts val="800"/>
              </a:spcAft>
              <a:defRPr sz="2000"/>
            </a:pPr>
            <a:r>
              <a:t>Login -&gt; Browse -&gt; Add to Cart -&gt; Checkout</a:t>
            </a:r>
          </a:p>
          <a:p>
            <a:pPr>
              <a:spcAft>
                <a:spcPts val="800"/>
              </a:spcAft>
              <a:defRPr sz="2000"/>
            </a:pPr>
            <a:r>
              <a:t>-&gt; GPS Permission -&gt; Capture Koordinat</a:t>
            </a:r>
          </a:p>
          <a:p>
            <a:pPr>
              <a:spcAft>
                <a:spcPts val="800"/>
              </a:spcAft>
              <a:defRPr sz="2000"/>
            </a:pPr>
            <a:r>
              <a:t>-&gt; Submit ke Firestore -&gt; Order Success -&gt; History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ADMIN:</a:t>
            </a:r>
          </a:p>
          <a:p>
            <a:pPr>
              <a:spcAft>
                <a:spcPts val="800"/>
              </a:spcAft>
              <a:defRPr sz="2000"/>
            </a:pPr>
            <a:r>
              <a:t>Login -&gt; Dashboard -&gt; View Orders -&gt; Update Status -&gt; Realtime Sync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1E1E"/>
                </a:solidFill>
              </a:defRPr>
            </a:pPr>
            <a:r>
              <a:t>Use Case Diagram</a:t>
            </a:r>
          </a:p>
          <a:p>
            <a:pPr>
              <a:spcAft>
                <a:spcPts val="800"/>
              </a:spcAft>
              <a:defRPr sz="2000"/>
            </a:pPr>
            <a:r>
              <a:t>Customer: Register, Browse, Cart, Checkout, GPS, History</a:t>
            </a:r>
          </a:p>
          <a:p>
            <a:pPr>
              <a:spcAft>
                <a:spcPts val="800"/>
              </a:spcAft>
              <a:defRPr sz="2000"/>
            </a:pPr>
            <a:r>
              <a:t>Admin: Login, View Orders, Update Status, Monitor</a:t>
            </a:r>
          </a:p>
          <a:p>
            <a:pPr>
              <a:spcAft>
                <a:spcPts val="800"/>
              </a:spcAft>
              <a:defRPr sz="2000"/>
            </a:pPr>
            <a:r>
              <a:t>System: Store Cart (SQLite), Store Orders (Firestore),</a:t>
            </a:r>
          </a:p>
          <a:p>
            <a:pPr>
              <a:spcAft>
                <a:spcPts val="800"/>
              </a:spcAft>
              <a:defRPr sz="2000"/>
            </a:pPr>
            <a:r>
              <a:t>       Capture GPS, Realtime Sync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Dua role: Customer dan Admin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